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B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14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200" kern="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1280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800" kern="0" dirty="0">
                <a:solidFill>
                  <a:srgbClr val="D4A01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BEERSCORE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E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betting app where the stakes are real drinks.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017520"/>
            <a:ext cx="2743200" cy="0"/>
          </a:xfrm>
          <a:prstGeom prst="line">
            <a:avLst/>
          </a:prstGeom>
          <a:noFill/>
          <a:ln w="12700">
            <a:solidFill>
              <a:srgbClr val="8B6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B8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Based on a true hackathon.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8E7A"/>
                </a:solidFill>
              </a:rPr>
              <a:t>Starring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E6C8"/>
                </a:solidFill>
              </a:rPr>
              <a:t>PLAYER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D4A017"/>
                </a:solidFill>
              </a:rPr>
              <a:t>Chief Intoxication Officer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E6C8"/>
                </a:solidFill>
              </a:rPr>
              <a:t>PLAYER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D4A017"/>
                </a:solidFill>
              </a:rPr>
              <a:t>VP of Pour Decisions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02920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B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group chat is full of broken promises.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560320" cy="219456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920240"/>
            <a:ext cx="2560320" cy="54864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5E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"Bet you a beer"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Said 47 times.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Settled 0 times.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560320" cy="219456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920240"/>
            <a:ext cx="2560320" cy="54864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5E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"I'll get the next one"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651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one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comes.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920240"/>
            <a:ext cx="2560320" cy="219456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920240"/>
            <a:ext cx="2560320" cy="54864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148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5E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"Who won that bet?"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651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remembers.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pays.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8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 familiar? That's because you owe someone a drink right now.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B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BeerScore: accountability in a pint glass.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38528"/>
            <a:ext cx="164592" cy="16459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Stakes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148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Wager actual drinks. Not points. Not coins. Pints.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715768"/>
            <a:ext cx="164592" cy="16459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Bets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926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bet faster than you can say "wanna bet?"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493008"/>
            <a:ext cx="164592" cy="16459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Ledger Never Forgets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703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 drink tracking. Down to 0.1 of a pint.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270248"/>
            <a:ext cx="164592" cy="16459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Morning-After Receipts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4480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recap with winners, losers, and who owes who.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B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steps. One thumb. Zero excuses.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645920"/>
            <a:ext cx="1920240" cy="274320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783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4A01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CREW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063240"/>
            <a:ext cx="1234440" cy="0"/>
          </a:xfrm>
          <a:prstGeom prst="line">
            <a:avLst/>
          </a:prstGeom>
          <a:noFill/>
          <a:ln w="6350">
            <a:solidFill>
              <a:srgbClr val="8B69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your mates.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4-8 degenerate gamblers.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1645920"/>
            <a:ext cx="1920240" cy="274320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783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4A01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51760" y="2468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NIGHT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80360" y="3063240"/>
            <a:ext cx="1234440" cy="0"/>
          </a:xfrm>
          <a:prstGeom prst="line">
            <a:avLst/>
          </a:prstGeom>
          <a:noFill/>
          <a:ln w="6350">
            <a:solidFill>
              <a:srgbClr val="8B69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32004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session.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Bets go live.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645920"/>
            <a:ext cx="1920240" cy="274320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1783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4A01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846320" y="2468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BETS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74920" y="3063240"/>
            <a:ext cx="1234440" cy="0"/>
          </a:xfrm>
          <a:prstGeom prst="line">
            <a:avLst/>
          </a:prstGeom>
          <a:noFill/>
          <a:ln w="6350">
            <a:solidFill>
              <a:srgbClr val="8B69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2004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 bets, 1v1 challenges,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pari-mutuel pools.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03720" y="1645920"/>
            <a:ext cx="1920240" cy="274320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1783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4A01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7040880" y="2468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 UP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69480" y="3063240"/>
            <a:ext cx="1234440" cy="0"/>
          </a:xfrm>
          <a:prstGeom prst="line">
            <a:avLst/>
          </a:prstGeom>
          <a:noFill/>
          <a:ln w="6350">
            <a:solidFill>
              <a:srgbClr val="8B69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32004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ledger tracks everything.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just buy the round.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8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(Yes, it works after 4 beers. Big tap targets. High contrast. We thought of everything.)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B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BET SYSTEM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E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Pari-mutuel wagering. Fancy words for "winner takes all."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931920" cy="292608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393192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 BETS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6C8"/>
                </a:solidFill>
              </a:rPr>
              <a:t>Open questions for the whole crew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B8E7A"/>
                </a:solidFill>
              </a:rPr>
              <a:t>"Will the bouncer check IDs?"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B8E7A"/>
                </a:solidFill>
              </a:rPr>
              <a:t>"Over/under 2.5 tequila shots?"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B8E7A"/>
                </a:solidFill>
              </a:rPr>
              <a:t>"Who orders food first?"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931920" cy="292608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645920"/>
            <a:ext cx="3931920" cy="54864"/>
          </a:xfrm>
          <a:prstGeom prst="rect">
            <a:avLst/>
          </a:prstGeom>
          <a:solidFill>
            <a:srgbClr val="8B3A3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828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1v1 CHALLENGES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23317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6C8"/>
                </a:solidFill>
              </a:rPr>
              <a:t>Direct callouts between rivals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B8E7A"/>
                </a:solidFill>
              </a:rPr>
              <a:t>"I challenge you to darts."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B8E7A"/>
                </a:solidFill>
              </a:rPr>
              <a:t>"2 drinks on the line."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B8E7A"/>
                </a:solidFill>
              </a:rPr>
              <a:t>Side bets open to the whole crew.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B8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wagers into a pool. Winners split proportionally. No house edge. Just your mates.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B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DIFFERENT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devs. An army of AI. Zero sleep.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06040" cy="141732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00200"/>
            <a:ext cx="54864" cy="14173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development partner. Architecture, components, business logic — the brain behind the beer.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600200"/>
            <a:ext cx="2606040" cy="141732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600200"/>
            <a:ext cx="54864" cy="14173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2057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code generation. Multiple features developed simultaneously across the stack.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606040" cy="141732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600200"/>
            <a:ext cx="54864" cy="14173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2057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workers exploring, planning, and building in parallel. One human, many agents.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2606040" cy="141732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00400"/>
            <a:ext cx="54864" cy="14173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&amp; MCPs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capabilities plugged in on demand. Preview servers, browser testing, database tools.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200400"/>
            <a:ext cx="2606040" cy="141732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3200400"/>
            <a:ext cx="54864" cy="14173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7472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branches for parallel AI development. Multiple features, zero merge conflicts.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200400"/>
            <a:ext cx="2606040" cy="141732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3200400"/>
            <a:ext cx="54864" cy="14173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0936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doc in, working app out. AI turned our bar napkin idea into a full-stack product.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B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PROCESS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build an app at a hackathon (responsibly).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417320" cy="3200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544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B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2011680"/>
            <a:ext cx="1965960" cy="256032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325880" cy="0"/>
          </a:xfrm>
          <a:prstGeom prst="line">
            <a:avLst/>
          </a:prstGeom>
          <a:noFill/>
          <a:ln w="635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889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Wrote a detailed product spec.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it to Claude as CLAUDE.md.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now understands the 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than we 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1554480"/>
            <a:ext cx="1417320" cy="3200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5544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B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1-8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2011680"/>
            <a:ext cx="1965960" cy="256032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51760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34640" y="2651760"/>
            <a:ext cx="1325880" cy="0"/>
          </a:xfrm>
          <a:prstGeom prst="line">
            <a:avLst/>
          </a:prstGeom>
          <a:noFill/>
          <a:ln w="6350">
            <a:solidFill>
              <a:srgbClr val="8B69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27889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+ Codex running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parallel. Sub-agents exploring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codebase. Multiple features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simultaneously.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83480" y="1554480"/>
            <a:ext cx="1417320" cy="3200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5544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B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9-16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011680"/>
            <a:ext cx="1965960" cy="256032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POLISH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2651760"/>
            <a:ext cx="1325880" cy="0"/>
          </a:xfrm>
          <a:prstGeom prst="line">
            <a:avLst/>
          </a:prstGeom>
          <a:noFill/>
          <a:ln w="6350">
            <a:solidFill>
              <a:srgbClr val="8B69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7889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theme. Gold accents.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Mobile-first. Designed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 pubs and impaired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78040" y="1554480"/>
            <a:ext cx="1417320" cy="3200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15544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B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24+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03720" y="2011680"/>
            <a:ext cx="1965960" cy="256032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40880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FIELD TEST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223760" y="2651760"/>
            <a:ext cx="1325880" cy="0"/>
          </a:xfrm>
          <a:prstGeom prst="line">
            <a:avLst/>
          </a:prstGeom>
          <a:noFill/>
          <a:ln w="6350">
            <a:solidFill>
              <a:srgbClr val="8B69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278892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 night.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take BeerScore out.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hackathon begins.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94560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389120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583680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B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when you let AI loose on a weekend.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377440" cy="137160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D4A01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75+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Components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Radix + shadcn/ui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1645920"/>
            <a:ext cx="2377440" cy="137160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737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D4A01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6616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Screens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dark-themed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645920"/>
            <a:ext cx="2377440" cy="137160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737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D4A01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3,000+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0080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2377440" cy="137160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291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D4A01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3152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(and an army of agents)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66160" y="3200400"/>
            <a:ext cx="2377440" cy="137160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66160" y="3291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D4A01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356616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of Sleep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200400"/>
            <a:ext cx="2377440" cy="137160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3291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D4A01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???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640080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Drinks Owed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tomorrow night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B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Production-grade. Not prototype-grade.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931920" cy="141732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54864" cy="14173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+ React 19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Radix UI + shadcn/ui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3931920" cy="141732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246120"/>
            <a:ext cx="54864" cy="14173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Auth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mode + crew codes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645920"/>
            <a:ext cx="3931920" cy="141732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645920"/>
            <a:ext cx="54864" cy="14173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(PostgreSQL)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subscriptions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security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246120"/>
            <a:ext cx="3931920" cy="141732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246120"/>
            <a:ext cx="54864" cy="14173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337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Auto-deploy on push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Analytics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B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Screenshots from the wild.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194560" cy="3200400"/>
          </a:xfrm>
          <a:prstGeom prst="roundRect">
            <a:avLst>
              <a:gd name="adj" fmla="val 6250"/>
            </a:avLst>
          </a:prstGeom>
          <a:solidFill>
            <a:srgbClr val="1A1714"/>
          </a:solidFill>
          <a:ln w="19050">
            <a:solidFill>
              <a:srgbClr val="8B6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Tonight 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0" y="1554480"/>
            <a:ext cx="2194560" cy="3200400"/>
          </a:xfrm>
          <a:prstGeom prst="roundRect">
            <a:avLst>
              <a:gd name="adj" fmla="val 6250"/>
            </a:avLst>
          </a:prstGeom>
          <a:solidFill>
            <a:srgbClr val="1A1714"/>
          </a:solidFill>
          <a:ln w="19050">
            <a:solidFill>
              <a:srgbClr val="8B69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554480"/>
            <a:ext cx="2194560" cy="3200400"/>
          </a:xfrm>
          <a:prstGeom prst="roundRect">
            <a:avLst>
              <a:gd name="adj" fmla="val 6250"/>
            </a:avLst>
          </a:prstGeom>
          <a:solidFill>
            <a:srgbClr val="1A1714"/>
          </a:solidFill>
          <a:ln w="19050">
            <a:solidFill>
              <a:srgbClr val="8B6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8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8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(Replace these with actual screenshots from tomorrow night's field test)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B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TEST: MARCH 22,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E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Tonight, we drink. For science.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188720" y="2084832"/>
            <a:ext cx="201168" cy="20116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084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B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 the crew (4-8 willing test subjects)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88720" y="2542032"/>
            <a:ext cx="201168" cy="20116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5420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B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2468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Night in BeerScore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88720" y="2999232"/>
            <a:ext cx="201168" cy="20116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999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B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2926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bets on everything that moves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456432"/>
            <a:ext cx="201168" cy="20116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3456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B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3383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bets, watch the ledger update in real-time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88720" y="3913632"/>
            <a:ext cx="201168" cy="20116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913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B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54480" y="3840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everything for the morning-after recap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188720" y="4370832"/>
            <a:ext cx="201168" cy="20116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4370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B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54480" y="4297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the results with hangovers as proof of concept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B8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best way to test a drinking app is to drink." — Us, justifying this to the judges.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B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972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600" kern="0" dirty="0">
                <a:solidFill>
                  <a:srgbClr val="D4A01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BEERSCORE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E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Competition is everything. We're just giving it a tab.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12700">
            <a:solidFill>
              <a:srgbClr val="8B6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E6C8"/>
                </a:solidFill>
              </a:rPr>
              <a:t>PLAYER 1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D4A017"/>
                </a:solidFill>
              </a:rPr>
              <a:t>Chief Intoxication Officer</a:t>
            </a:r>
            <a:endParaRPr lang="en-US" sz="1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5E6C8"/>
                </a:solidFill>
              </a:rPr>
              <a:t>PLAYER 2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D4A017"/>
                </a:solidFill>
              </a:rPr>
              <a:t>VP of Pour Decisions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B8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Now... who owes who a drink?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502920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BeerScore - Hackathon Pitch</dc:title>
  <dc:subject>PptxGenJS Presentation</dc:subject>
  <dc:creator>BeerScore Team</dc:creator>
  <cp:lastModifiedBy>BeerScore Team</cp:lastModifiedBy>
  <cp:revision>1</cp:revision>
  <dcterms:created xsi:type="dcterms:W3CDTF">2026-03-21T01:08:56Z</dcterms:created>
  <dcterms:modified xsi:type="dcterms:W3CDTF">2026-03-21T01:08:56Z</dcterms:modified>
</cp:coreProperties>
</file>